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55537" y="762000"/>
            <a:ext cx="503262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Autônomo de Análise Fiscal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578931" y="2362200"/>
            <a:ext cx="79859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Inteligente para Processamento de Notas Fiscais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599844" y="3619500"/>
            <a:ext cx="19441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I2A2 - Grupo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599844" y="4114800"/>
            <a:ext cx="19441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Novembro 2025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81050"/>
            <a:ext cx="822960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048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3941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Desafios do Processamento Fiscal Manual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76400"/>
            <a:ext cx="3886200" cy="1409700"/>
          </a:xfrm>
          <a:prstGeom prst="roundRect">
            <a:avLst>
              <a:gd name="adj" fmla="val 540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6250" y="1676400"/>
            <a:ext cx="0" cy="140970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3900" y="1905000"/>
            <a:ext cx="34587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Alto Custo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3900" y="2400300"/>
            <a:ext cx="3458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Processamento manual consome tempo e aumenta custos operacionais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676400"/>
            <a:ext cx="3886200" cy="1409700"/>
          </a:xfrm>
          <a:prstGeom prst="roundRect">
            <a:avLst>
              <a:gd name="adj" fmla="val 540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819650" y="1676400"/>
            <a:ext cx="0" cy="140970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67300" y="1905000"/>
            <a:ext cx="34587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Erros Humanos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67300" y="2400300"/>
            <a:ext cx="3458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manual propensa a erros e penalidades fiscais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314700"/>
            <a:ext cx="3886200" cy="1409700"/>
          </a:xfrm>
          <a:prstGeom prst="roundRect">
            <a:avLst>
              <a:gd name="adj" fmla="val 540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6250" y="3314700"/>
            <a:ext cx="0" cy="140970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3900" y="3543300"/>
            <a:ext cx="34587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Inflexibilidade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3900" y="4038600"/>
            <a:ext cx="3458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tradicionais exigem programação para mudanças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3314700"/>
            <a:ext cx="3886200" cy="1409700"/>
          </a:xfrm>
          <a:prstGeom prst="roundRect">
            <a:avLst>
              <a:gd name="adj" fmla="val 540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819650" y="3314700"/>
            <a:ext cx="0" cy="140970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7300" y="3543300"/>
            <a:ext cx="34587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Dificuldade de Análise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67300" y="4038600"/>
            <a:ext cx="3458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estratégicos requerem SQL e conhecimento técnico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57250"/>
            <a:ext cx="8229600" cy="0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10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09675"/>
            <a:ext cx="48188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de IA Autônomo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57200" y="1781175"/>
            <a:ext cx="4818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baseado em Inteligência Artificial que automatiza o processamento, classificação e análise de documentos fiscais</a:t>
            </a:r>
            <a:endParaRPr lang="en-US" sz="1500" dirty="0"/>
          </a:p>
        </p:txBody>
      </p:sp>
      <p:pic>
        <p:nvPicPr>
          <p:cNvPr id="6" name="Image 0" descr="/tmp/rasterized-gradient-105c939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152775"/>
            <a:ext cx="4724400" cy="16573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2000" y="3457575"/>
            <a:ext cx="41970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Valor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2000" y="3990975"/>
            <a:ext cx="419709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Democratizar o acesso à análise fiscal inteligente através de perguntas em linguagem natural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638800" y="1066800"/>
            <a:ext cx="3048000" cy="1143000"/>
          </a:xfrm>
          <a:prstGeom prst="roundRect">
            <a:avLst>
              <a:gd name="adj" fmla="val 666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867400" y="1295400"/>
            <a:ext cx="26426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Classificação Automática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867400" y="1790700"/>
            <a:ext cx="26426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tipo e centro de custo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638800" y="2438400"/>
            <a:ext cx="3048000" cy="1143000"/>
          </a:xfrm>
          <a:prstGeom prst="roundRect">
            <a:avLst>
              <a:gd name="adj" fmla="val 666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867400" y="2667000"/>
            <a:ext cx="26426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Análise Contextual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867400" y="3162300"/>
            <a:ext cx="26426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Adaptada por ramo de atividade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38800" y="3810000"/>
            <a:ext cx="3048000" cy="1143000"/>
          </a:xfrm>
          <a:prstGeom prst="roundRect">
            <a:avLst>
              <a:gd name="adj" fmla="val 666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867400" y="4038600"/>
            <a:ext cx="26426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Linguagem Natural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867400" y="4533900"/>
            <a:ext cx="26426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 em português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81050"/>
            <a:ext cx="822960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04800"/>
            <a:ext cx="453713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Principais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971550"/>
            <a:ext cx="4999434" cy="1181100"/>
          </a:xfrm>
          <a:prstGeom prst="roundRect">
            <a:avLst>
              <a:gd name="adj" fmla="val 6452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85775" y="971550"/>
            <a:ext cx="0" cy="1181100"/>
          </a:xfrm>
          <a:prstGeom prst="line">
            <a:avLst/>
          </a:prstGeom>
          <a:noFill/>
          <a:ln w="5715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200150"/>
            <a:ext cx="4574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Processamento Inteligente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2950" y="1695450"/>
            <a:ext cx="4574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ZIP, leitura robusta e tratamento de erros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05050"/>
            <a:ext cx="4999434" cy="1181100"/>
          </a:xfrm>
          <a:prstGeom prst="roundRect">
            <a:avLst>
              <a:gd name="adj" fmla="val 6452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85775" y="2305050"/>
            <a:ext cx="0" cy="1181100"/>
          </a:xfrm>
          <a:prstGeom prst="line">
            <a:avLst/>
          </a:prstGeom>
          <a:noFill/>
          <a:ln w="57150">
            <a:solidFill>
              <a:srgbClr val="349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2950" y="2533650"/>
            <a:ext cx="4574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por Setor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2950" y="3028950"/>
            <a:ext cx="4574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específicas com validações IPI e CFOP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638550"/>
            <a:ext cx="4999434" cy="1181100"/>
          </a:xfrm>
          <a:prstGeom prst="roundRect">
            <a:avLst>
              <a:gd name="adj" fmla="val 6452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85775" y="3638550"/>
            <a:ext cx="0" cy="1181100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2950" y="3867150"/>
            <a:ext cx="4574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Fallback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2950" y="4362450"/>
            <a:ext cx="4574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primário e Gemini como backup</a:t>
            </a:r>
            <a:endParaRPr lang="en-US" sz="1200" dirty="0"/>
          </a:p>
        </p:txBody>
      </p:sp>
      <p:pic>
        <p:nvPicPr>
          <p:cNvPr id="16" name="Image 0" descr="/tmp/rasterized-gradient-0384389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3834" y="1362075"/>
            <a:ext cx="2772966" cy="3067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927486" y="1666875"/>
            <a:ext cx="7455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6197001" y="2238375"/>
            <a:ext cx="22066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da Classificação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218634" y="2886075"/>
            <a:ext cx="2163366" cy="1905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931433" y="3286125"/>
            <a:ext cx="7376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60s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6522622" y="3857625"/>
            <a:ext cx="15553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Resposta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81050"/>
            <a:ext cx="822960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048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do Sistema</a:t>
            </a:r>
            <a:endParaRPr lang="en-US" sz="2700" dirty="0"/>
          </a:p>
        </p:txBody>
      </p:sp>
      <p:pic>
        <p:nvPicPr>
          <p:cNvPr id="4" name="Image 0" descr="/tmp/rasterized-gradient-07117e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28750"/>
            <a:ext cx="2438400" cy="1181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5988" y="1657350"/>
            <a:ext cx="20208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65988" y="2152650"/>
            <a:ext cx="2020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Gradio / Google Colab</a:t>
            </a:r>
            <a:endParaRPr lang="en-US" sz="1200" dirty="0"/>
          </a:p>
        </p:txBody>
      </p:sp>
      <p:pic>
        <p:nvPicPr>
          <p:cNvPr id="7" name="Image 1" descr="/tmp/rasterized-gradient-3b9479c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1428750"/>
            <a:ext cx="2438400" cy="11811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61588" y="1657350"/>
            <a:ext cx="20208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561588" y="2152650"/>
            <a:ext cx="2020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/ Python</a:t>
            </a:r>
            <a:endParaRPr lang="en-US" sz="1200" dirty="0"/>
          </a:p>
        </p:txBody>
      </p:sp>
      <p:pic>
        <p:nvPicPr>
          <p:cNvPr id="10" name="Image 2" descr="/tmp/rasterized-gradient-454fa1a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428750"/>
            <a:ext cx="2438400" cy="11811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57188" y="1657350"/>
            <a:ext cx="20208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457188" y="2152650"/>
            <a:ext cx="2020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CSV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57200" y="2762250"/>
            <a:ext cx="8229600" cy="1600200"/>
          </a:xfrm>
          <a:prstGeom prst="roundRect">
            <a:avLst>
              <a:gd name="adj" fmla="val 4762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685800" y="2990850"/>
            <a:ext cx="7927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de Processamento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85800" y="3600450"/>
            <a:ext cx="1045071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944954" y="3752850"/>
            <a:ext cx="5267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959471" y="3852863"/>
            <a:ext cx="740271" cy="28575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2928342" y="3600450"/>
            <a:ext cx="1045071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3122524" y="3752850"/>
            <a:ext cx="65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Extração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202013" y="3852863"/>
            <a:ext cx="740271" cy="28575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5170884" y="3600450"/>
            <a:ext cx="1045071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5416833" y="3752850"/>
            <a:ext cx="553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444555" y="3852863"/>
            <a:ext cx="740271" cy="28575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7413427" y="3600450"/>
            <a:ext cx="1045071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7586052" y="3752850"/>
            <a:ext cx="699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81050"/>
            <a:ext cx="822960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048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Público-Alvo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895350"/>
            <a:ext cx="4000500" cy="1181100"/>
          </a:xfrm>
          <a:prstGeom prst="roundRect">
            <a:avLst>
              <a:gd name="adj" fmla="val 6452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00050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62050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👔 Contabilidade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1657350"/>
            <a:ext cx="36141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Contadores e analistas fiscais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86300" y="895350"/>
            <a:ext cx="4000500" cy="1181100"/>
          </a:xfrm>
          <a:prstGeom prst="roundRect">
            <a:avLst>
              <a:gd name="adj" fmla="val 6452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86300" y="914400"/>
            <a:ext cx="4000500" cy="0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4900" y="1162050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PMEs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14900" y="1657350"/>
            <a:ext cx="36141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Pequenas e médias empresas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228850"/>
            <a:ext cx="4000500" cy="1181100"/>
          </a:xfrm>
          <a:prstGeom prst="roundRect">
            <a:avLst>
              <a:gd name="adj" fmla="val 6452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7200" y="2247900"/>
            <a:ext cx="400050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495550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Administrativos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5800" y="2990850"/>
            <a:ext cx="36141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Setores de análise de gastos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86300" y="2228850"/>
            <a:ext cx="4000500" cy="1181100"/>
          </a:xfrm>
          <a:prstGeom prst="roundRect">
            <a:avLst>
              <a:gd name="adj" fmla="val 6452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86300" y="2247900"/>
            <a:ext cx="4000500" cy="0"/>
          </a:xfrm>
          <a:prstGeom prst="line">
            <a:avLst/>
          </a:prstGeom>
          <a:noFill/>
          <a:ln w="38100">
            <a:solidFill>
              <a:srgbClr val="3449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4900" y="2495550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Escritórios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14900" y="2990850"/>
            <a:ext cx="36141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Múltiplos clientes e segmentos</a:t>
            </a:r>
            <a:endParaRPr lang="en-US" sz="1050" dirty="0"/>
          </a:p>
        </p:txBody>
      </p:sp>
      <p:pic>
        <p:nvPicPr>
          <p:cNvPr id="20" name="Image 0" descr="/tmp/rasterized-gradient-45944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562350"/>
            <a:ext cx="8229600" cy="13335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85800" y="38671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Agregado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85800" y="436245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 de erros, flexibilidade e democratização da informação fiscal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81050"/>
            <a:ext cx="8229600" cy="0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04800"/>
            <a:ext cx="471201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 e Resultados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66800"/>
            <a:ext cx="5105400" cy="2095500"/>
          </a:xfrm>
          <a:prstGeom prst="roundRect">
            <a:avLst>
              <a:gd name="adj" fmla="val 363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295400"/>
            <a:ext cx="47411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de Teste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905000"/>
            <a:ext cx="139705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89787" y="2057400"/>
            <a:ext cx="389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76048" y="2590800"/>
            <a:ext cx="8164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 Fiscais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11450" y="1905000"/>
            <a:ext cx="139705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15437" y="2057400"/>
            <a:ext cx="389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62496" y="2590800"/>
            <a:ext cx="2949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937099" y="1905000"/>
            <a:ext cx="139705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195011" y="2057400"/>
            <a:ext cx="88122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R$ 3.4M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08752" y="2590800"/>
            <a:ext cx="4537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314700"/>
            <a:ext cx="5105400" cy="1409700"/>
          </a:xfrm>
          <a:prstGeom prst="roundRect">
            <a:avLst>
              <a:gd name="adj" fmla="val 540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5800" y="3543300"/>
            <a:ext cx="47411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 de Consultas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4114800"/>
            <a:ext cx="47411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notas, centro de custo maior, serviços automotivos, códigos duplicados</a:t>
            </a:r>
            <a:endParaRPr lang="en-US" sz="1050" dirty="0"/>
          </a:p>
        </p:txBody>
      </p:sp>
      <p:pic>
        <p:nvPicPr>
          <p:cNvPr id="18" name="Image 0" descr="/tmp/rasterized-gradient-12c756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9800" y="1028700"/>
            <a:ext cx="2667000" cy="11430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226302" y="1257300"/>
            <a:ext cx="22539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Sucesso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226302" y="1752600"/>
            <a:ext cx="22539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precisa</a:t>
            </a:r>
            <a:endParaRPr lang="en-US" sz="1050" dirty="0"/>
          </a:p>
        </p:txBody>
      </p:sp>
      <p:pic>
        <p:nvPicPr>
          <p:cNvPr id="21" name="Image 1" descr="/tmp/rasterized-gradient-370956f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2324100"/>
            <a:ext cx="2667000" cy="11430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226302" y="2552700"/>
            <a:ext cx="22539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Fallback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6226302" y="3048000"/>
            <a:ext cx="22539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testado</a:t>
            </a:r>
            <a:endParaRPr lang="en-US" sz="1050" dirty="0"/>
          </a:p>
        </p:txBody>
      </p:sp>
      <p:pic>
        <p:nvPicPr>
          <p:cNvPr id="24" name="Image 2" descr="/tmp/rasterized-gradient-4c57df3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3619500"/>
            <a:ext cx="2667000" cy="11430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26302" y="3848100"/>
            <a:ext cx="22539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Performance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6226302" y="4343400"/>
            <a:ext cx="22539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otimizado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81050"/>
            <a:ext cx="822960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048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Tecnológico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971550"/>
            <a:ext cx="2590800" cy="1181100"/>
          </a:xfrm>
          <a:prstGeom prst="roundRect">
            <a:avLst>
              <a:gd name="adj" fmla="val 6452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85775" y="971550"/>
            <a:ext cx="0" cy="1181100"/>
          </a:xfrm>
          <a:prstGeom prst="line">
            <a:avLst/>
          </a:prstGeom>
          <a:noFill/>
          <a:ln w="5715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200150"/>
            <a:ext cx="21179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2950" y="1695450"/>
            <a:ext cx="21179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76600" y="971550"/>
            <a:ext cx="2590800" cy="1181100"/>
          </a:xfrm>
          <a:prstGeom prst="roundRect">
            <a:avLst>
              <a:gd name="adj" fmla="val 6452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05175" y="971550"/>
            <a:ext cx="0" cy="1181100"/>
          </a:xfrm>
          <a:prstGeom prst="line">
            <a:avLst/>
          </a:prstGeom>
          <a:noFill/>
          <a:ln w="5715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2350" y="1200150"/>
            <a:ext cx="21179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62350" y="1695450"/>
            <a:ext cx="21179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6000" y="971550"/>
            <a:ext cx="2590800" cy="1181100"/>
          </a:xfrm>
          <a:prstGeom prst="roundRect">
            <a:avLst>
              <a:gd name="adj" fmla="val 6452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24575" y="971550"/>
            <a:ext cx="0" cy="1181100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1750" y="1200150"/>
            <a:ext cx="21179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81750" y="1695450"/>
            <a:ext cx="21179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305050"/>
            <a:ext cx="2590800" cy="1181100"/>
          </a:xfrm>
          <a:prstGeom prst="roundRect">
            <a:avLst>
              <a:gd name="adj" fmla="val 6452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85775" y="2305050"/>
            <a:ext cx="0" cy="1181100"/>
          </a:xfrm>
          <a:prstGeom prst="line">
            <a:avLst/>
          </a:prstGeom>
          <a:noFill/>
          <a:ln w="57150">
            <a:solidFill>
              <a:srgbClr val="1C28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2950" y="2533650"/>
            <a:ext cx="21179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Primário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42950" y="3028950"/>
            <a:ext cx="21179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GPT-4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76600" y="2305050"/>
            <a:ext cx="2590800" cy="1181100"/>
          </a:xfrm>
          <a:prstGeom prst="roundRect">
            <a:avLst>
              <a:gd name="adj" fmla="val 6452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305175" y="2305050"/>
            <a:ext cx="0" cy="1181100"/>
          </a:xfrm>
          <a:prstGeom prst="line">
            <a:avLst/>
          </a:prstGeom>
          <a:noFill/>
          <a:ln w="57150">
            <a:solidFill>
              <a:srgbClr val="3449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2350" y="2533650"/>
            <a:ext cx="21179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Backup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562350" y="3028950"/>
            <a:ext cx="21179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96000" y="2305050"/>
            <a:ext cx="2590800" cy="1181100"/>
          </a:xfrm>
          <a:prstGeom prst="roundRect">
            <a:avLst>
              <a:gd name="adj" fmla="val 6452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124575" y="2305050"/>
            <a:ext cx="0" cy="1181100"/>
          </a:xfrm>
          <a:prstGeom prst="line">
            <a:avLst/>
          </a:prstGeom>
          <a:noFill/>
          <a:ln w="57150">
            <a:solidFill>
              <a:srgbClr val="7F8C8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1750" y="2533650"/>
            <a:ext cx="21179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381750" y="3028950"/>
            <a:ext cx="21179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</a:t>
            </a:r>
            <a:endParaRPr lang="en-US" sz="1200" dirty="0"/>
          </a:p>
        </p:txBody>
      </p:sp>
      <p:pic>
        <p:nvPicPr>
          <p:cNvPr id="28" name="Image 0" descr="/tmp/rasterized-gradient-15bd5d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38550"/>
            <a:ext cx="8229600" cy="11811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08076" y="3867150"/>
            <a:ext cx="7927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e Confiabilidade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08076" y="4362450"/>
            <a:ext cx="7927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Chaves armazenadas com segurança no Colab Secrets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81050"/>
            <a:ext cx="822960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048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I2A2 - Grupo 4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09650"/>
            <a:ext cx="2590800" cy="533400"/>
          </a:xfrm>
          <a:prstGeom prst="roundRect">
            <a:avLst>
              <a:gd name="adj" fmla="val 1428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6740" y="116205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Monica Nascimento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76600" y="1009650"/>
            <a:ext cx="2590800" cy="533400"/>
          </a:xfrm>
          <a:prstGeom prst="roundRect">
            <a:avLst>
              <a:gd name="adj" fmla="val 1428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06140" y="116205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 Luiz Costa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0" y="1009650"/>
            <a:ext cx="2590800" cy="533400"/>
          </a:xfrm>
          <a:prstGeom prst="roundRect">
            <a:avLst>
              <a:gd name="adj" fmla="val 1428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25540" y="116205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Renata Capri Raposo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657350"/>
            <a:ext cx="2590800" cy="533400"/>
          </a:xfrm>
          <a:prstGeom prst="roundRect">
            <a:avLst>
              <a:gd name="adj" fmla="val 1428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86740" y="180975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Fábio M. V. Bôas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76600" y="1657350"/>
            <a:ext cx="2590800" cy="533400"/>
          </a:xfrm>
          <a:prstGeom prst="roundRect">
            <a:avLst>
              <a:gd name="adj" fmla="val 1428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06140" y="180975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 Rosa Júnior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0" y="1657350"/>
            <a:ext cx="2590800" cy="533400"/>
          </a:xfrm>
          <a:prstGeom prst="roundRect">
            <a:avLst>
              <a:gd name="adj" fmla="val 1428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25540" y="180975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Levinia Capasso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305050"/>
            <a:ext cx="4000500" cy="533400"/>
          </a:xfrm>
          <a:prstGeom prst="roundRect">
            <a:avLst>
              <a:gd name="adj" fmla="val 1428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2643" y="2457450"/>
            <a:ext cx="37696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Luan M. D. Oliveira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86300" y="2305050"/>
            <a:ext cx="4000500" cy="533400"/>
          </a:xfrm>
          <a:prstGeom prst="roundRect">
            <a:avLst>
              <a:gd name="adj" fmla="val 1428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01743" y="2457450"/>
            <a:ext cx="37696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Vanessa Assis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952750"/>
            <a:ext cx="4000500" cy="533400"/>
          </a:xfrm>
          <a:prstGeom prst="roundRect">
            <a:avLst>
              <a:gd name="adj" fmla="val 1428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72643" y="3105150"/>
            <a:ext cx="37696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Douglas Santos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86300" y="2952750"/>
            <a:ext cx="4000500" cy="533400"/>
          </a:xfrm>
          <a:prstGeom prst="roundRect">
            <a:avLst>
              <a:gd name="adj" fmla="val 1428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01743" y="3105150"/>
            <a:ext cx="37696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Suzane Braga</a:t>
            </a:r>
            <a:endParaRPr lang="en-US" sz="1200" dirty="0"/>
          </a:p>
        </p:txBody>
      </p:sp>
      <p:pic>
        <p:nvPicPr>
          <p:cNvPr id="24" name="Image 0" descr="/tmp/rasterized-gradient-b99f686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00450"/>
            <a:ext cx="8229600" cy="11811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08076" y="3829050"/>
            <a:ext cx="7927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Multidisciplinar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08076" y="4324350"/>
            <a:ext cx="7927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membros dedicados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81050"/>
            <a:ext cx="822960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04800"/>
            <a:ext cx="525608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e Próximos Passos</a:t>
            </a:r>
            <a:endParaRPr lang="en-US" sz="2700" dirty="0"/>
          </a:p>
        </p:txBody>
      </p:sp>
      <p:pic>
        <p:nvPicPr>
          <p:cNvPr id="4" name="Image 0" descr="/tmp/rasterized-gradient-fbc00d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95350"/>
            <a:ext cx="8229600" cy="18669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200150"/>
            <a:ext cx="777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GitHub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85800" y="173355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github.com/kimbanica/Agente-Autonomo-de-Analise-Fiscal-v1.0-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226695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Código-fonte, documentação e exemplos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2914650"/>
            <a:ext cx="83941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Melhorias Futuras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3524250"/>
            <a:ext cx="2590800" cy="533400"/>
          </a:xfrm>
          <a:prstGeom prst="roundRect">
            <a:avLst>
              <a:gd name="adj" fmla="val 1428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09600" y="367665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Persistência de Dados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76600" y="3524250"/>
            <a:ext cx="2590800" cy="533400"/>
          </a:xfrm>
          <a:prstGeom prst="roundRect">
            <a:avLst>
              <a:gd name="adj" fmla="val 1428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429000" y="367665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Suporte Multi-formato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96000" y="3524250"/>
            <a:ext cx="2590800" cy="533400"/>
          </a:xfrm>
          <a:prstGeom prst="roundRect">
            <a:avLst>
              <a:gd name="adj" fmla="val 1428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248400" y="367665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Visualizações Avançadas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4286250"/>
            <a:ext cx="2590800" cy="533400"/>
          </a:xfrm>
          <a:prstGeom prst="roundRect">
            <a:avLst>
              <a:gd name="adj" fmla="val 1428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09600" y="443865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Deploy em Produção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276600" y="4286250"/>
            <a:ext cx="2590800" cy="533400"/>
          </a:xfrm>
          <a:prstGeom prst="roundRect">
            <a:avLst>
              <a:gd name="adj" fmla="val 1428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429000" y="443865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Integração com ERPs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096000" y="4286250"/>
            <a:ext cx="2590800" cy="533400"/>
          </a:xfrm>
          <a:prstGeom prst="roundRect">
            <a:avLst>
              <a:gd name="adj" fmla="val 1428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248400" y="443865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Alertas Inteligentes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9497" y="285750"/>
            <a:ext cx="278485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096825" y="1619250"/>
            <a:ext cx="49503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Autônomo de Análise Fiscal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096825" y="2343150"/>
            <a:ext cx="49503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200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Automatizando o futuro da análise fiscal com IA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060502" y="3371850"/>
            <a:ext cx="3022997" cy="1485900"/>
          </a:xfrm>
          <a:prstGeom prst="roundRect">
            <a:avLst>
              <a:gd name="adj" fmla="val 512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41168" y="3676650"/>
            <a:ext cx="246166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I2A2 - Grupo 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41168" y="4286250"/>
            <a:ext cx="24616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Novembro 2025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 Autônomo de Análise Fiscal</dc:title>
  <dc:subject>Sistema Inteligente para Processamento de Notas Fiscais</dc:subject>
  <dc:creator>I2A2 Grupo 4</dc:creator>
  <cp:lastModifiedBy>I2A2 Grupo 4</cp:lastModifiedBy>
  <cp:revision>1</cp:revision>
  <dcterms:created xsi:type="dcterms:W3CDTF">2025-11-04T01:06:06Z</dcterms:created>
  <dcterms:modified xsi:type="dcterms:W3CDTF">2025-11-04T01:06:06Z</dcterms:modified>
</cp:coreProperties>
</file>